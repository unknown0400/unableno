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300" r:id="rId2"/>
    <p:sldId id="26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7" r:id="rId11"/>
    <p:sldId id="284" r:id="rId12"/>
    <p:sldId id="285" r:id="rId13"/>
    <p:sldId id="286" r:id="rId14"/>
    <p:sldId id="268" r:id="rId15"/>
    <p:sldId id="287" r:id="rId16"/>
    <p:sldId id="288" r:id="rId17"/>
    <p:sldId id="289" r:id="rId18"/>
    <p:sldId id="290" r:id="rId19"/>
    <p:sldId id="266" r:id="rId20"/>
    <p:sldId id="278" r:id="rId21"/>
    <p:sldId id="279" r:id="rId22"/>
    <p:sldId id="280" r:id="rId23"/>
    <p:sldId id="281" r:id="rId24"/>
    <p:sldId id="276" r:id="rId25"/>
    <p:sldId id="282" r:id="rId26"/>
    <p:sldId id="283" r:id="rId27"/>
    <p:sldId id="291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69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596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75B042C-CC86-1845-47C1-6F67EDC3A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370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CECBFE6-F698-079D-BE15-3A495A46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" y="0"/>
            <a:ext cx="9128761" cy="5143500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CDB561-B6AF-34A4-ABC0-D18F99D7A3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2408" y="4365796"/>
            <a:ext cx="1511198" cy="323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49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1BDEEE-279C-D0F6-C8A1-18F928034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8"/>
            <a:ext cx="9144000" cy="513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959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7402BB-04C2-0DC7-C851-18241E7C7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41"/>
            <a:ext cx="9144000" cy="5139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975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FE7769D-3F70-05B1-8871-BF8A3F075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" y="0"/>
            <a:ext cx="91304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529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50A945-AAAE-7FCA-94C4-19B1E33DA7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48"/>
            <a:ext cx="9144000" cy="5131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403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3A583D-F380-8F02-5A47-487CCFB4B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7" y="0"/>
            <a:ext cx="91169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21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B70204-04BF-4654-F09D-94EA03C5D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156"/>
            <a:ext cx="9144000" cy="512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50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7038A9C-4E9A-C3D5-02E9-2556B5A14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56"/>
            <a:ext cx="9144000" cy="510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73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1A78A7-45AB-802F-6128-43BABD94FF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31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F18EDB0-96FC-6E0B-F002-764EBA24DE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7742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56BE54-B578-C787-885D-DADC43A02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" y="0"/>
            <a:ext cx="91429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128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51AB044-B4E2-5AC1-5656-77046E23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0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451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7A93BA-9841-DD44-5BB2-160131D6E6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88"/>
            <a:ext cx="9144000" cy="5110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39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F16A735-A625-8057-D70F-D7BFA0F86F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5" y="0"/>
            <a:ext cx="912479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3226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995F2EC-DA76-2B46-B100-FFBB74D96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205"/>
            <a:ext cx="9144000" cy="5115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589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8D4D9F-C9D6-F381-3BDB-CE5C1F887B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" y="0"/>
            <a:ext cx="911910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980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FA606D1-4A59-67C1-44E5-C55E93BC3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80" y="0"/>
            <a:ext cx="9100039" cy="5143500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82365D3-5C1E-8429-A3DF-3F09A09E5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169375"/>
            <a:ext cx="9144000" cy="292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8918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B483DA-7055-C790-09EE-3141A9E8A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956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4762341-FB58-C035-0A0E-E07213B752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63546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8DEBFA-2C0E-E9F9-0044-962406B48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0038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CD125A-9CDF-D387-B274-BB6D0E1DB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362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5B8409C-A0F0-1107-90D4-E0AA4B1DC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200"/>
            <a:ext cx="9144000" cy="5219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7518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609E41-3427-B133-B94B-9D8DA72459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310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5B14A6-0D3F-E283-2579-36DEF7AED2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9551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15E908-89CF-8F72-8FFA-A5901A9770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5697"/>
            <a:ext cx="9144000" cy="503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532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3192A6-F24E-274F-56B7-0E39ABF9E6EE}"/>
              </a:ext>
            </a:extLst>
          </p:cNvPr>
          <p:cNvSpPr txBox="1"/>
          <p:nvPr/>
        </p:nvSpPr>
        <p:spPr>
          <a:xfrm>
            <a:off x="6152129" y="3715424"/>
            <a:ext cx="207747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 err="1">
                <a:latin typeface="Bradley Hand ITC" panose="03070402050302030203" pitchFamily="66" charset="0"/>
              </a:rPr>
              <a:t>Raxmat</a:t>
            </a:r>
            <a:r>
              <a:rPr lang="en-US" sz="2800" dirty="0">
                <a:latin typeface="Bradley Hand ITC" panose="03070402050302030203" pitchFamily="66" charset="0"/>
              </a:rPr>
              <a:t>.!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2504719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</Words>
  <Application>Microsoft Office PowerPoint</Application>
  <PresentationFormat>Экран (16:9)</PresentationFormat>
  <Paragraphs>1</Paragraphs>
  <Slides>27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30" baseType="lpstr">
      <vt:lpstr>Arial</vt:lpstr>
      <vt:lpstr>Bradley Hand ITC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Amaliyot Hisoboti - Noqonuniy Qurilmalar</dc:title>
  <dc:subject>PptxGenJS Presentation</dc:subject>
  <dc:creator>PptxGenJS</dc:creator>
  <cp:lastModifiedBy>Sodiqov Diyorbek</cp:lastModifiedBy>
  <cp:revision>20</cp:revision>
  <dcterms:created xsi:type="dcterms:W3CDTF">2026-05-30T11:01:03Z</dcterms:created>
  <dcterms:modified xsi:type="dcterms:W3CDTF">2026-08-21T04:33:49Z</dcterms:modified>
</cp:coreProperties>
</file>